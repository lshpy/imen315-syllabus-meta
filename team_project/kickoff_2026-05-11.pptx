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172968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36391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85031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420624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9663"/>
            <a:ext cx="109728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3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239512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202936"/>
            <a:ext cx="109728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51575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03120"/>
            <a:ext cx="5166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2" name="Picture 11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108960"/>
            <a:ext cx="3602491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03120"/>
            <a:ext cx="51663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9" name="Picture 18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08960"/>
            <a:ext cx="2261481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297679"/>
            <a:ext cx="516636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6" name="Picture 25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303519"/>
            <a:ext cx="2612571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4297679"/>
            <a:ext cx="516636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33" name="Picture 32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03519"/>
            <a:ext cx="3041196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"오늘 안 가면 잡힐까" 알 수 없다.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슬롯머신과 같은 원리로 매일 출석하게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굳어져 한 학기 내내 유지된다.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"기말고사 1회 40%"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3월에 배운 걸 6월 시험에서 떠올려야 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80일이 지나 기억은 거의 사라진 상태.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결국 시험 직전 벼락치기.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시뮬레이션 — 시험장 인출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단일 기말: 7.4초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격주 퀴즈: 2.2초 (3.4배 빠름)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1" name="Picture 10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"팀장이 2명 직접 지명"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떠오르는 친한 사람으로 결정한다.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친분 기반 팀, 역량 균형이 깨진다.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시뮬레이션 — 팀 만족도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15명, 정보 X: 70% 이하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4" name="Picture 13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"+10 가산" vs "감점"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39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+10은 명확한 보상.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감점은 기준이 모호한 위협.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 보고 자원: 적당함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감점 피하려 자원: 약 2배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218687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9768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376672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779776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28232" y="2779776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1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34056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734056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문제를 이론으로 분석하면, 개선안이 자연스럽게 따라옵니다.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822959" y="269748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877056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분산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기말 한 번이 아니라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격주마다 작은 퀴즈로 나누어 본다.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Forgetting Curve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2697480"/>
            <a:ext cx="914400" cy="914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6552" y="3877056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384048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프로필 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후보별 정보를 카드로 시각화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팀장이 후보 평가할 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역량·시간·관심을 한 화면에 보여준다.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Working Memory 7±2</a:t>
            </a:r>
          </a:p>
        </p:txBody>
      </p:sp>
      <p:sp>
        <p:nvSpPr>
          <p:cNvPr id="26" name="Oval 25"/>
          <p:cNvSpPr/>
          <p:nvPr/>
        </p:nvSpPr>
        <p:spPr>
          <a:xfrm>
            <a:off x="8321039" y="2697480"/>
            <a:ext cx="914400" cy="914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65591" y="3877056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8159" y="384048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524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59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명확한 가산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59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모호한 감점 → +10 가산만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59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기준이 모호한 "감점" 표현 대신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명확한 +10 가산만 사용한다.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59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59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Framing Effect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T1 설문은 인식 변화, T2 시뮬은 약한 학생 보호 효과를 각각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3877056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3877056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6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96912" y="2642616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9792" y="319125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79792" y="470001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홍길동 (약한 학생)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