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822959" y="269748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3566160" cy="2560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분산 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Forgetting Curve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0" y="2697480"/>
            <a:ext cx="914400" cy="914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840480"/>
            <a:ext cx="3566160" cy="2560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프로필 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Working Memory 7±2</a:t>
            </a:r>
          </a:p>
        </p:txBody>
      </p:sp>
      <p:sp>
        <p:nvSpPr>
          <p:cNvPr id="24" name="Oval 23"/>
          <p:cNvSpPr/>
          <p:nvPr/>
        </p:nvSpPr>
        <p:spPr>
          <a:xfrm>
            <a:off x="8321039" y="2697480"/>
            <a:ext cx="914400" cy="914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3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3840480"/>
            <a:ext cx="3566160" cy="2560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명확한 가산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59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Framing Effect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각각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