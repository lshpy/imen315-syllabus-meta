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72968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420624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239512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218687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9768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376672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2" y="2779776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34056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734056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3566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5897880"/>
            <a:ext cx="30175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Forgetting Curve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154680"/>
            <a:ext cx="356616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5897880"/>
            <a:ext cx="30175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6344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Working Memory 7±2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1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59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3154680"/>
            <a:ext cx="3566160" cy="41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0" y="5897880"/>
            <a:ext cx="3017519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Framing Effect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7665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877056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77056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96912" y="2642616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19125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470001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