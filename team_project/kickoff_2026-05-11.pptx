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"오늘 안 가면 잡힐까?" 모름.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슬롯머신처럼 매일 출석하게 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행동이 굳어서 한 학기 내내 출석.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"중간고사 폐지, 기말고사 1회 (40%)"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3월에 배운 내용을 6월 시험에서 떠올려야 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80일이나 지났으니 기억이 거의 사라짐.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시험 직전 벼락치기로 몰림 (massed practice).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시뮬레이션 결과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단일 기말 학생: 답 떠올리는 데 약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격주 퀴즈 학생: 약 2.2초 (3.4배 빠름)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6263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201168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3.4× 빠른 인출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"팀장이 팀원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후보가 많으면 머리에 다 안 들어옴.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떠오르는 친한 사람으로 결정 (satisficing).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결과: 친분 기반 팀 구성, 역량 균형 깨짐.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시뮬레이션 결과 — 팀 구성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정보 없이 N=15: 만족도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주면: 92%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626364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22860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"+10점 가산" vs "현저히 낮다고 판단 시 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+10은 "준다"는 명확한 보상.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감점은 "기준이 모호한 위협".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모호한 위협에 더 강하게 회피 반응.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결과 — 표현만 달라도 반응 차이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 가산 보고 자원하는 학생: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감점 회피하려 자원하는 학생: 약 2배 많음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263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219456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손실 회피 효과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LIVE DEMO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응답자가 실제로 보는 화면 — 인트로 &amp; 출석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단톡에 풀면 학생들이 이렇게 보게 됩니다.</a:t>
            </a:r>
          </a:p>
        </p:txBody>
      </p:sp>
      <p:pic>
        <p:nvPicPr>
          <p:cNvPr id="8" name="Picture 7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23160"/>
            <a:ext cx="5577840" cy="4310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2636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① 인트로 — 16 유형 미리보기 +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4231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2636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② 출석 정책 3 조건 평가 (within-subjects)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4F46E5"/>
                </a:solidFill>
                <a:latin typeface="맑은 고딕"/>
              </a:rPr>
              <a:t>imen315-syllabus-meta-gpvxmznvcygwd9cln2bnjp.streamlit.app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LIVE DEMO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응답자가 실제로 보는 화면 — 인센티브 &amp; 팀 구성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강의계획서 원문을 그대로 보여주는 두 시나리오.</a:t>
            </a:r>
          </a:p>
        </p:txBody>
      </p:sp>
      <p:pic>
        <p:nvPicPr>
          <p:cNvPr id="8" name="Picture 7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23160"/>
            <a:ext cx="5577840" cy="4310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2636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③ 인센티브 표현 — 강의계획서 원문 (gain vs loss)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4231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2636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④ 팀원 2명 직접 지명 (강의계획서 규칙)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같은 설문을 Google Forms + Streamlit + Sheets에 동시 배포 → 도구별 응답률 비교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→ 보고서 핵심 한 줄: "개선안이 약한 학생도 도와주는가?"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→ 각자 다른 4가지 속성 조합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김민준 같은 학생은 잘 적응하지만,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α=0.08, WM=5 같은 학생은 같은 강의계획서에서 훨씬 큰 어려움.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우리는 이 1000명 중 "가장 약한 25%"가 보호되는지 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왜 평균만 보면 안 되는가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같은 개선안도 평균 학생에게는 별 차이 없지만, 약한 학생에게는 큰 도움이 된다.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7315200" cy="4064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606040"/>
            <a:ext cx="3291840" cy="365760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이게 무슨 의미?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004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12.5초 vs 하위 22.3초.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약한 학생이 1.8배 손해.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 시: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10.2초 vs 하위 13.5초.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격차 1.3배로 감소.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→ 보고서 핵심: 우리 개선안은 "평균"이 아니라 "분포의 꼬리"를 다듬는다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💡 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 — 팀장 옆 동그라미들만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 — 그래프 전체에 골고루 분포. 다양한 역량 확보됨.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