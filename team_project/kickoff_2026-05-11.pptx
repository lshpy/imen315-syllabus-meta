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36391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66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9663"/>
            <a:ext cx="9144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02936"/>
            <a:ext cx="9144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7332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017520"/>
            <a:ext cx="396274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91440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7" name="Picture 16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248763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91440" cy="1965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3" name="Picture 22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212079"/>
            <a:ext cx="287382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297679"/>
            <a:ext cx="91440" cy="1965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29" name="Picture 28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212079"/>
            <a:ext cx="3345316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"오늘 안 가면 잡힐까" 알 수 없다.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슬롯머신과 같은 원리로 매일 출석하게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굳어져 한 학기 내내 유지된다.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"중간고사 폐지, 기말고사 1회 (40%)"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3월에 배운 내용을 6월 시험에서 떠올려야 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80일이 지났으니 기억이 거의 사라진 상태.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결과적으로 시험 직전 벼락치기로 몰린다.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시뮬레이션 결과 — 시험장 인출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단일 기말 학생: 답 떠올리는 데 약 7.4초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격주 퀴즈 학생: 약 2.2초 (3.4배 빠름)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626364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201168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인출 3.4배 빠름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0" name="Picture 9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"팀장이 팀원 중 2명을 직접 지명"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떠오르는 친한 사람으로 결정하게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결과적으로 친분 기반 팀, 역량 균형이 깨진다.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시뮬레이션 결과 — 팀 구성 만족도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정보 없이 N=15: 만족도 70% 이하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주면: 92%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626364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22860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한계 우회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3" name="Picture 12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"+10점 가산" vs "현저히 낮다고 판단 시 감점"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+10은 명확한 수치의 보상이다.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감점은 기준이 모호한 위협이다.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예상 결과 — 표현만 달라도 반응 차이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+10 가산 보고 자원하는 학생: 적당함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감점 회피하려 자원하는 학생: 약 2배 많음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626364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219456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손실 회피 효과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강의계획서의 4가지 규칙을 분석해보니, 이론에서 자동으로 개선안이 도출됩니다.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3566160" cy="548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분산 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46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기말 한 번이 아니라 격주마다 작은 퀴즈로 나누어 본다.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846320"/>
            <a:ext cx="3108959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9377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59E0B"/>
                </a:solidFill>
                <a:latin typeface="맑은 고딕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2120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기억이 사라지기 전에 다시 인출 → 학기말 벼락치기 방지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5989320"/>
            <a:ext cx="3108959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6035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59E0B"/>
                </a:solidFill>
                <a:latin typeface="맑은 고딕"/>
              </a:rPr>
              <a:t>근거 이론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Forgetting Curve · 분산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606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0" y="2606040"/>
            <a:ext cx="3566160" cy="5486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2697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프로필 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246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후보별 4가지 정보를 시각화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70332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팀장이 후보 평가할 때 역량·시간·관심·경험을 카드로 제공.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17720" y="4846320"/>
            <a:ext cx="3108959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17720" y="49377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4F46E5"/>
                </a:solidFill>
                <a:latin typeface="맑은 고딕"/>
              </a:rPr>
              <a:t>효과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120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머리에 다 담을 필요 없이 외부 인터페이스로 비교 가능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17720" y="5989320"/>
            <a:ext cx="3108959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17720" y="6035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4F46E5"/>
                </a:solidFill>
                <a:latin typeface="맑은 고딕"/>
              </a:rPr>
              <a:t>근거 이론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6309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Working Memory · 7±2 한계 우회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59" y="2606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59" y="2606040"/>
            <a:ext cx="3566160" cy="548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2697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39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명확한 가산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59" y="3246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감점 표현 → +10 가산으로 통일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59" y="370332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"현저히 낮은 경우 감점" 대신 명확한 가산만 사용.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66759" y="4846320"/>
            <a:ext cx="31089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66759" y="49377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EC4899"/>
                </a:solidFill>
                <a:latin typeface="맑은 고딕"/>
              </a:rPr>
              <a:t>효과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59" y="52120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학생이 모호한 위협 회피가 아니라 보상으로 동기 부여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366759" y="5989320"/>
            <a:ext cx="31089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366759" y="6035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EC4899"/>
                </a:solidFill>
                <a:latin typeface="맑은 고딕"/>
              </a:rPr>
              <a:t>근거 이론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59" y="6309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Framing Effect · 손실 회피 제거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T1 설문은 이 개선안이 학생 인식을 바꾸는지, T2 시뮬은 약한 학생도 도와주는지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이서연 (약한 학생)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