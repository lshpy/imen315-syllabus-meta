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021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319125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224527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" y="5257799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2157984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0216" y="4352543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강의계획서의 실제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학생은 "오늘 안 가면 잡힐까" 알 수 없다.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슬롯머신과 같은 원리로 매일 출석하게 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굳어져 한 학기 내내 유지된다.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5" y="5129783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69464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2569464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15798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3236975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315968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" y="5394959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" y="2798064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2798064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6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66175" y="2798064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752344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0216" y="2752344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69748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분산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Forgetting Curve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0" y="2697480"/>
            <a:ext cx="914400" cy="9144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프로필 카드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7720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Working Memory 7±2</a:t>
            </a:r>
          </a:p>
        </p:txBody>
      </p:sp>
      <p:sp>
        <p:nvSpPr>
          <p:cNvPr id="26" name="Oval 25"/>
          <p:cNvSpPr/>
          <p:nvPr/>
        </p:nvSpPr>
        <p:spPr>
          <a:xfrm>
            <a:off x="8321039" y="2697480"/>
            <a:ext cx="914400" cy="9144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283464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5" y="3895344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59" y="3840480"/>
            <a:ext cx="3566160" cy="2560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59" y="402336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F141F"/>
                </a:solidFill>
                <a:latin typeface="맑은 고딕"/>
              </a:rPr>
              <a:t>명확한 가산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4572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50292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5989320"/>
            <a:ext cx="3108960" cy="32004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5989320"/>
            <a:ext cx="3108960" cy="32004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근거: Framing Effect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각각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895344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3895344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660904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06056" y="2660904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88936" y="3209544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8936" y="4718303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